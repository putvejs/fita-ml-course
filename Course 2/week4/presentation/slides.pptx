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6858000" cy="347472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Kas nogalina Eiropiešus?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</a:rPr>
              <a:t>ML analīze: kardiovaskulārā mirstība un tās faktori
27 ES valstīs · 1994–2023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RandomForest  ·  R² = 0.960  ·  MAE = 35.6 nāves/100k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5029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D0E8FF"/>
                </a:solidFill>
              </a:rPr>
              <a:t>FITA ML Kurss · 2025
Gala projekts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B4D8"/>
                </a:solidFill>
              </a:rPr>
              <a:t>−47%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43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0E8FF"/>
                </a:solidFill>
              </a:rPr>
              <a:t>kardiovaskulārā mirstība
samazinājusies kopš 1994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Problēma un dati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2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▶ Problēma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Kardiovaskulārās slimības ir nāves #1 cēlonis Eiropā — 37% no visām nāvēm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▶ Jautājums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9631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Kuri dzīvesveida un ekonomiskie faktori visvairāk samazina/palielina risku?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▶ Pieeja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6499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Regresijas modelis prognozē mirstību · Feature importance atklāj galvenos faktorus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097280"/>
            <a:ext cx="5303520" cy="50292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280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8288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📦 Avots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Custom — WHO + Eurostat + FAO + WB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042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📊 Izmērs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3042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750 rindas × 73 kolonnas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797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🌍 Valstis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7977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27 ES dalībvalstis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552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📅 Periods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25526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1994 – 2023 (30 gadi)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307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🎯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7307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Kardiovasc. nāves uz 100k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2062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✅ Usable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2062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717 rindas (pēc filtrēšanas)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6817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📈 Target 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6817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163 – 1 586 nāves/100k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931920"/>
            <a:ext cx="59436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ML Pipeline un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3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" y="1280160"/>
            <a:ext cx="1645920" cy="12801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📥 Ielāde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18470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750 × 73
dati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2536" y="17373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322576" y="1280160"/>
            <a:ext cx="1645920" cy="12801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8296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🧹 Tīrīšana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8296" y="18470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Izmet 15
kolonnas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8496" y="17373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1280160"/>
            <a:ext cx="1645920" cy="12801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🔢 Imputācija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18470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SimpleImputer
median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4456" y="17373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1280160"/>
            <a:ext cx="1645920" cy="12801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📐 Skalēšana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8470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StandardScaler
+ OHE valstis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17373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0456" y="1280160"/>
            <a:ext cx="1645920" cy="12801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⚙️ Inženierija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18470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4 jaunas
pazīmes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17373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86416" y="1280160"/>
            <a:ext cx="1645920" cy="12801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136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🌲 Modelis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2136" y="18470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RandomForest
GridSearchCV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34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Feature Engineering — 4 jaunas pazīmes: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83280"/>
            <a:ext cx="3200400" cy="5943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474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diet_quality_pct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% veselīgo kaloriju (dārzeņi + augļi + zivis) no kopējā uztura · Atbilst Mediterānean diētas pētījumiem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33088"/>
            <a:ext cx="3200400" cy="5943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245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alcohol_overweight_risk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2245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Alkohola un liekā svara reizinājums · Uztver sinerģisko risku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82896"/>
            <a:ext cx="3200400" cy="5943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97433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gdp_log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497433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Log-transformācija GDP · Samazina asimetriju (diapazonā 5k – 90k USD)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632704"/>
            <a:ext cx="3200400" cy="5943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72414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meat_to_veg_ratio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572414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Gaļas/dārzeņu attiecība · 'Rietumu vs Austrumu' diētas indikators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Modeļu salīdzinājums un GridSearchCV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4 / 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21792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234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Salīdzinājuma tabula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Modelis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783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CV 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1783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Std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2194560"/>
            <a:ext cx="5074920" cy="438912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311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23113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0.720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223113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0.185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2670048"/>
            <a:ext cx="5074920" cy="438912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7066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RandomForest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706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0.860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27066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0.050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3145536"/>
            <a:ext cx="5074920" cy="438912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182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GradientBoosting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182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0.850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3182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0.041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3621024"/>
            <a:ext cx="5074920" cy="43891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RF+GridSearchCV 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657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0.972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GridSearchCV labākie parametri:
max_depth=None · n_estimators=200
min_samples_split=2 · cv=3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2120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Test R² = 0.960
Test MAE = 35.6 nāves/100k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Rezultāti: Feature Importance un Korelācijas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5 / 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66928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0972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Pīrsona korelācija ar kardiovasc. mirstību: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gdp_per_capita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0236" y="1700784"/>
            <a:ext cx="2043684" cy="2377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16459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r=-0.745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dārzeņu kcal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81190" y="2203704"/>
            <a:ext cx="1722729" cy="2377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0" y="21488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r=-0.628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651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zivju kcal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2706624"/>
            <a:ext cx="1508760" cy="2377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0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r=-0.550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1546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izglītība 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4265" y="3209544"/>
            <a:ext cx="1349654" cy="2377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0" y="3154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r=-0.492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57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augļu kcal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3624" y="3712464"/>
            <a:ext cx="990295" cy="2377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3657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r=-0.361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160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alkohols (L)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4215384"/>
            <a:ext cx="957376" cy="2377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0" y="41605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r=+0.349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6634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GINI indekss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4718304"/>
            <a:ext cx="469087" cy="2377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0" y="46634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r=+0.171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85632" y="1600200"/>
            <a:ext cx="36576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0E8FF"/>
                </a:solidFill>
              </a:rPr>
              <a:t>◀ samazina    palielina 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Secinājumi un nākamie soļi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6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118872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💡 Ko modelis iemācījās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197864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GDP uz iedzīvotāju (75% importance) un gaļas patēriņš (8%) ir dominējošie faktori. Turīgākas valstis sistemātiski uzrāda zemāku mirstību — labāka veselības aprūpe, veselīgāks uzturs, mazāk stresa.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68880"/>
            <a:ext cx="11430000" cy="118872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420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⚠️  Kur modelis kļūdās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523744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Lielākās kļūdas ir Austrumeiropas pārejas ekonomikās 1990. gados (Bulgārija, Rumānija). Ekonomiskais šoks rada mirstības pieaugumu, ko pieejamie dati pilnībā neizskaidro.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94760"/>
            <a:ext cx="11430000" cy="118872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679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✅ Praktiskā vērtība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849624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R²=0.960, MAE=35.6/100k (~6% relatīvā kļūda). Veselības ministrijā varētu simulēt: 'ja znazinām gaļas patēriņu par 10% un paaugstinām izglītību, par cik samazinās mirstība?'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120640"/>
            <a:ext cx="11430000" cy="118872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937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🚀 Nākamie soļi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175504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7D32"/>
                </a:solidFill>
              </a:rPr>
              <a:t>✅ Fixed Effects izpildīts — Two-Way FE R²=0.710 (+-7.5pp vs bez FE)
✅ Kauzālā analīze — GDP lag-3 korelācija: -0.761 (stabila → GDP → mirstība)
✅ Multi-target — alkohola slim. un kardiovasc. vislabāk prognozējamas
→ Detalizēti rezultāti: nākamais slaids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723" y="102870"/>
            <a:ext cx="99949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Paplašinātais dataset — Multi-target analīze: pirms un pēc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946" y="137160"/>
            <a:ext cx="9751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BBBFF"/>
                </a:solidFill>
              </a:rPr>
              <a:t>7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723" y="891540"/>
            <a:ext cx="7313371" cy="617220"/>
          </a:xfrm>
          <a:prstGeom prst="rect">
            <a:avLst/>
          </a:prstGeom>
          <a:solidFill>
            <a:srgbClr val="E8F4FF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139" y="925830"/>
            <a:ext cx="7069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Jaunas pazīmes (reāli WHO/WorldBank dati): +smoking_pct  +healthcare_exp_pct  +urbanization_pct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79039" y="891540"/>
            <a:ext cx="4266133" cy="61722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00929" y="925830"/>
            <a:ext cx="402235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5/8 nāves cēloņi uzlabojās
Labākais uzlabojums: Kardiovaskulārās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723" y="1611630"/>
            <a:ext cx="11579506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4723" y="5932170"/>
            <a:ext cx="11579506" cy="1028700"/>
          </a:xfrm>
          <a:prstGeom prst="rect">
            <a:avLst/>
          </a:prstGeom>
          <a:solidFill>
            <a:srgbClr val="F0F4FF"/>
          </a:solidFill>
          <a:ln w="63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612" y="5987034"/>
            <a:ext cx="113357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Secinājums: Pievienojot reālus WHO/WorldBank datus (smoking_pct, healthcare_exp_pct, urbanization_pct), vairāku nāves cēloņu prognozēšana būtiski uzlabojās. Lielākais uzlabojums: Visi vēži (+0.119 R²). Smēķēšana ir galvenais jaunais prognozētājs elpošanas slimībām un plaušu vēzim — tas apstiprina, ka negatīvie R² vecajā modelī bija pazīstamu riska faktoru trūkums, nevis modeļa problēma.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17970"/>
            <a:ext cx="12188952" cy="24003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723" y="6638544"/>
            <a:ext cx="9751161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FITA ML kurss · W4 · Avoti: WHO GHO, World Bank WDI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Paldies!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00B4D8"/>
                </a:solidFill>
              </a:rPr>
              <a:t>Jautājumi?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" y="4389120"/>
            <a:ext cx="1783080" cy="13716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750 × 73</a:t>
            </a:r>
          </a:p>
        </p:txBody>
      </p:sp>
      <p:sp>
        <p:nvSpPr>
          <p:cNvPr id="9" name="Rectangle 8"/>
          <p:cNvSpPr/>
          <p:nvPr/>
        </p:nvSpPr>
        <p:spPr>
          <a:xfrm>
            <a:off x="2436876" y="4389120"/>
            <a:ext cx="1783080" cy="13716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6876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Valstis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6876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27 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5676" y="4389120"/>
            <a:ext cx="1783080" cy="13716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5676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Periods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5676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30 gadi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476" y="4389120"/>
            <a:ext cx="1783080" cy="13716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4476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Modelis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6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RandomForest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3276" y="4389120"/>
            <a:ext cx="1783080" cy="13716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3276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Test 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3276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0.960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52076" y="4389120"/>
            <a:ext cx="1783080" cy="13716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2076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MAE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2076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35.6/100k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